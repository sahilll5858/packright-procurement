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371600"/>
            <a:ext cx="2194560" cy="1371600"/>
          </a:xfrm>
          <a:prstGeom prst="roundRect">
            <a:avLst/>
          </a:prstGeom>
          <a:solidFill>
            <a:srgbClr val="F0F5FA"/>
          </a:solidFill>
          <a:ln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463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/>
              <a:t>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63040"/>
            <a:ext cx="8686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A4A"/>
                </a:solidFill>
                <a:latin typeface="Calibri"/>
              </a:rPr>
              <a:t>Vendor Comparison &amp; Procurement Assistant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Calibri"/>
              </a:rPr>
              <a:t>Malpani Group · Corrugated Cartons &amp; Packaging Materials · Capstone (Topic 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9F8E"/>
                </a:solidFill>
                <a:latin typeface="Calibri"/>
              </a:rPr>
              <a:t>Final Project Overview  ·  Gen AI for Business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Calibri"/>
              </a:rPr>
              <a:t>Standardising inconsistent quotations into one auditable comparison, a policy-backed recommendation, and a human-approved purchase draft.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3566160" cy="1737360"/>
          </a:xfrm>
          <a:prstGeom prst="roundRect">
            <a:avLst/>
          </a:prstGeom>
          <a:solidFill>
            <a:srgbClr val="F0F5FA"/>
          </a:solidFill>
          <a:ln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600" b="1">
                <a:solidFill>
                  <a:srgbClr val="152A4A"/>
                </a:solidFill>
              </a:rPr>
              <a:t>📥  Standardise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555F6E"/>
                </a:solidFill>
              </a:rPr>
              <a:t>Raw quotes (INR all-incl / USD + freight / ex-works) → one landed-INR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566160" cy="1737360"/>
          </a:xfrm>
          <a:prstGeom prst="roundRect">
            <a:avLst/>
          </a:prstGeom>
          <a:solidFill>
            <a:srgbClr val="F0F5FA"/>
          </a:solidFill>
          <a:ln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600" b="1">
                <a:solidFill>
                  <a:srgbClr val="152A4A"/>
                </a:solidFill>
              </a:rPr>
              <a:t>⚖️  Compare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555F6E"/>
                </a:solidFill>
              </a:rPr>
              <a:t>4 weighted criteria: Quality, Cost, Lead Time, Reliability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566160" cy="1737360"/>
          </a:xfrm>
          <a:prstGeom prst="roundRect">
            <a:avLst/>
          </a:prstGeom>
          <a:solidFill>
            <a:srgbClr val="F0F5FA"/>
          </a:solidFill>
          <a:ln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600" b="1">
                <a:solidFill>
                  <a:srgbClr val="152A4A"/>
                </a:solidFill>
              </a:rPr>
              <a:t>🛡️  Policy &amp; Review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555F6E"/>
                </a:solidFill>
              </a:rPr>
              <a:t>Strength floor excludes bad vendors; you hold the final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Live demo: sahilll5858.github.io/packright-procurement  ·  Static site, no backend, $0 to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5486400"/>
          </a:xfrm>
          <a:prstGeom prst="round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2A4A"/>
                </a:solidFill>
                <a:latin typeface="Calibri"/>
              </a:rPr>
              <a:t>Problem Statement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9F8E"/>
                </a:solidFill>
                <a:latin typeface="Calibri"/>
              </a:rPr>
              <a:t>PROBLEM: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F6E"/>
                </a:solidFill>
                <a:latin typeface="Calibri"/>
              </a:rPr>
              <a:t>A manufacturing buyer receives carton quotations in inconsistent formats — INR all-inclusive, USD + freight + IGST, and ex-works with GST separate. Manual comparison is slow, hides true landed cost, and makes the final choice hard to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9F8E"/>
                </a:solidFill>
                <a:latin typeface="Calibri"/>
              </a:rPr>
              <a:t>SOLUTION: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F6E"/>
                </a:solidFill>
                <a:latin typeface="Calibri"/>
              </a:rPr>
              <a:t>A browser-based assistant that standardises every quote to landed INR, scores vendors on transparently weighted criteria, enforces a burst-strength policy, recommends one vendor, and records only a draft approval — human-held, never auto-purchased.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52A4A"/>
                </a:solidFill>
                <a:latin typeface="Calibri"/>
              </a:rPr>
              <a:t>Outcome (default weights)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977639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Landed INR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Policy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CorrLite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4,85,000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5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9E5A"/>
                          </a:solidFill>
                        </a:defRPr>
                      </a:pPr>
                      <a:r>
                        <a:t>Compliant · Recommended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EuroCarton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6,54,192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18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75.4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9E5A"/>
                          </a:solidFill>
                        </a:defRPr>
                      </a:pPr>
                      <a:r>
                        <a:t>Compliant · Runner-up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PackDesk Supplies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4,95,600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8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6/10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F6E"/>
                          </a:solidFill>
                        </a:defRPr>
                      </a:pPr>
                      <a:r>
                        <a:t>72.1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64545"/>
                          </a:solidFill>
                        </a:defRPr>
                      </a:pPr>
                      <a:r>
                        <a:t>Non-Compliant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150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F6E"/>
                </a:solidFill>
                <a:latin typeface="Calibri"/>
              </a:rPr>
              <a:t>Criteria weights (default): Quality 40% · Cost 25% · Lead Time 25% · Reliability 10% · Green bonus editable →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5486400"/>
          </a:xfrm>
          <a:prstGeom prst="round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2A4A"/>
                </a:solidFill>
                <a:latin typeface="Calibri"/>
              </a:rPr>
              <a:t>Deliverables &amp; Safety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9F8E"/>
                </a:solidFill>
                <a:latin typeface="Calibri"/>
              </a:rPr>
              <a:t>Project &amp;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index.html (static web app — HTML + CSS + 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README.md · DEMO_SCRIPT.md · SUBMISSION_FORMAT.md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assets/screenshots (8 tab captures)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9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9F8E"/>
                </a:solidFill>
                <a:latin typeface="Calibri"/>
              </a:rPr>
              <a:t>Artifacts to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Project_Overview.pptx (this deck) + Project_Overview.pdf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2549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8 screenshots of the running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Live deployment link (GitHub Pages)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472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9F8E"/>
                </a:solidFill>
                <a:latin typeface="Calibri"/>
              </a:rPr>
              <a:t>AI tools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Browser-based app (static)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Client-side PDF parsing (pdf.js)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79392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Calibri"/>
              </a:rPr>
              <a:t>· Template mail drafts via mailto (no backend)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60"/>
            <a:ext cx="11247120" cy="1051560"/>
          </a:xfrm>
          <a:prstGeom prst="roundRect">
            <a:avLst/>
          </a:prstGeom>
          <a:solidFill>
            <a:srgbClr val="F0F5FA"/>
          </a:solidFill>
          <a:ln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300" b="1">
                <a:solidFill>
                  <a:srgbClr val="152A4A"/>
                </a:solidFill>
              </a:rPr>
              <a:t>🔒 Safety &amp; control statement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F6E"/>
                </a:solidFill>
              </a:rPr>
              <a:t>This assistant produces a transparent, overrideable recommendation ONLY. It performs no </a:t>
            </a:r>
          </a:p>
          <a:p>
            <a:r>
              <a:rPr sz="1150">
                <a:solidFill>
                  <a:srgbClr val="555F6E"/>
                </a:solidFill>
              </a:rPr>
              <a:t>purchase, no payment and no contractual commitment on its own — the final financial decision always rests with authorised Malpani Group personnel.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E"/>
                </a:solidFill>
                <a:latin typeface="Calibri"/>
              </a:rPr>
              <a:t>Malpani Group · Gen AI for Business capstone — synthetic sample data, no real purchase commitments.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